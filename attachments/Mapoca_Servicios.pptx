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813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E1F4F6"/>
                </a:solidFill>
                <a:latin typeface="Aptos"/>
              </a:defRPr>
            </a:pPr>
            <a:r>
              <a:t>Ciberseguridad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9D1C6"/>
                </a:solidFill>
                <a:latin typeface="Aptos"/>
              </a:defRPr>
            </a:pPr>
            <a:r>
              <a:t>Protección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7335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resolvemos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0312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Reducimos el riesgo de fraudes, pérdida de información y paros operativos. Protegemos los datos de clientes y ayudamos a cumplir los requisitos aplicables.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8211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incluye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61188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Diagnóstico de riesgos, controles de acceso, protección de equipos y redes, respaldos y monitoreo. Definimos prioridades según el impacto en la operación.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9087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Resultado para 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2064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Mayor continuidad y capacidad para responder ante incidentes. El servicio puede mantenerse con soporte y seguimiento mensual.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51052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EA5B1"/>
                </a:solidFill>
                <a:latin typeface="Aptos"/>
              </a:defRPr>
            </a:pPr>
            <a:r>
              <a:t>MAPOCA TELECOM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8EA5B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813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E1F4F6"/>
                </a:solidFill>
                <a:latin typeface="Aptos"/>
              </a:defRPr>
            </a:pPr>
            <a:r>
              <a:t>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9D1C6"/>
                </a:solidFill>
                <a:latin typeface="Aptos"/>
              </a:defRPr>
            </a:pPr>
            <a:r>
              <a:t>Control de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7335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resolvemos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0312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Unificamos información que suele estar dispersa en hojas de cálculo o procesos manuales. Mejoramos el control de inventario, costos y ventas.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8211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incluye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61188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Evaluación del proceso, implementación de un ERP como SAP Business One, integración de información, capacitación y soporte continuo.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9087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Resultado para 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2064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Visibilidad de resultados, detección de fugas de dinero y mejores decisiones de compra, logística y operación.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51052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EA5B1"/>
                </a:solidFill>
                <a:latin typeface="Aptos"/>
              </a:defRPr>
            </a:pPr>
            <a:r>
              <a:t>MAPOCA TELECOM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8EA5B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813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E1F4F6"/>
                </a:solidFill>
                <a:latin typeface="Aptos"/>
              </a:defRPr>
            </a:pPr>
            <a:r>
              <a:t>Infraestructura y convergencia IT/OT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9D1C6"/>
                </a:solidFill>
                <a:latin typeface="Aptos"/>
              </a:defRPr>
            </a:pPr>
            <a:r>
              <a:t>Redes que sostienen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7335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resolvemos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0312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Una falla de red puede detener una planta, almacén o servicio. Conectamos sistemas empresariales y equipos de operación con criterios de disponibilidad y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8211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Qué incluye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61188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Diseño e implementación de redes estables, segmentación IT/OT, protección del entorno operativo e integración de datos con el ERP.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9087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69D1C6"/>
                </a:solidFill>
                <a:latin typeface="Aptos"/>
              </a:defRPr>
            </a:pPr>
            <a:r>
              <a:t>Resultado para 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20640"/>
            <a:ext cx="106527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EBF1F4"/>
                </a:solidFill>
                <a:latin typeface="Aptos"/>
              </a:defRPr>
            </a:pPr>
            <a:r>
              <a:t>Menos interrupciones y mejor visibilidad de lo que ocurre en la operación.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51052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EA5B1"/>
                </a:solidFill>
                <a:latin typeface="Aptos"/>
              </a:defRPr>
            </a:pPr>
            <a:r>
              <a:t>MAPOCA TELECOM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8EA5B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